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77333" y="2760453"/>
            <a:ext cx="823375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Subtitle</a:t>
            </a:r>
            <a:r>
              <a:rPr lang="en-US" dirty="0"/>
              <a:t>: Full-Stack Web Application</a:t>
            </a:r>
          </a:p>
          <a:p>
            <a:r>
              <a:rPr lang="en-US" dirty="0"/>
              <a:t>Technology: MERN Stack (MySQL, Express.js, React.js, Node.js</a:t>
            </a:r>
            <a:r>
              <a:rPr lang="en-US" dirty="0" smtClean="0"/>
              <a:t>)</a:t>
            </a:r>
          </a:p>
          <a:p>
            <a:r>
              <a:rPr lang="en-US" dirty="0" smtClean="0"/>
              <a:t>Team NO : 10</a:t>
            </a:r>
            <a:endParaRPr lang="en-US" dirty="0"/>
          </a:p>
          <a:p>
            <a:r>
              <a:rPr lang="en-US" dirty="0"/>
              <a:t>Presenter: </a:t>
            </a:r>
            <a:r>
              <a:rPr lang="en-US" dirty="0" smtClean="0"/>
              <a:t>Khetesh Choudhary, </a:t>
            </a:r>
            <a:r>
              <a:rPr lang="en-US" dirty="0" err="1" smtClean="0"/>
              <a:t>Purvesh</a:t>
            </a:r>
            <a:r>
              <a:rPr lang="en-US" dirty="0" smtClean="0"/>
              <a:t> </a:t>
            </a:r>
            <a:r>
              <a:rPr lang="en-US" dirty="0" err="1" smtClean="0"/>
              <a:t>Khandare</a:t>
            </a:r>
            <a:r>
              <a:rPr lang="en-US" dirty="0" smtClean="0"/>
              <a:t>, </a:t>
            </a:r>
            <a:r>
              <a:rPr lang="en-US" dirty="0" err="1" smtClean="0"/>
              <a:t>Akash</a:t>
            </a:r>
            <a:r>
              <a:rPr lang="en-US" dirty="0" smtClean="0"/>
              <a:t> </a:t>
            </a:r>
            <a:r>
              <a:rPr lang="en-US" dirty="0" err="1" smtClean="0"/>
              <a:t>Kokulwar</a:t>
            </a:r>
            <a:endParaRPr lang="en-US" dirty="0" smtClean="0"/>
          </a:p>
          <a:p>
            <a:r>
              <a:rPr lang="en-US" dirty="0" smtClean="0"/>
              <a:t>Date: 7/11/2025</a:t>
            </a:r>
          </a:p>
          <a:p>
            <a:endParaRPr lang="en-US" dirty="0"/>
          </a:p>
          <a:p>
            <a:r>
              <a:rPr lang="en-US" dirty="0"/>
              <a:t>Design: Ocean blue gradient background with </a:t>
            </a:r>
            <a:r>
              <a:rPr lang="en-US" dirty="0" err="1"/>
              <a:t>RoomSync</a:t>
            </a:r>
            <a:r>
              <a:rPr lang="en-US" dirty="0"/>
              <a:t> logo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Title: </a:t>
            </a:r>
            <a:r>
              <a:rPr lang="en-US" dirty="0" err="1"/>
              <a:t>RoomSync</a:t>
            </a:r>
            <a:r>
              <a:rPr lang="en-US" dirty="0"/>
              <a:t> - Hostel Booking Management System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308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97147" y="2044461"/>
            <a:ext cx="805707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• Project Overview </a:t>
            </a:r>
            <a:r>
              <a:rPr lang="en-US" dirty="0" smtClean="0"/>
              <a:t>And </a:t>
            </a:r>
            <a:r>
              <a:rPr lang="en-US" dirty="0"/>
              <a:t>Problem Statement</a:t>
            </a:r>
          </a:p>
          <a:p>
            <a:r>
              <a:rPr lang="en-US" dirty="0"/>
              <a:t>• Technology Stack </a:t>
            </a:r>
            <a:r>
              <a:rPr lang="en-US" dirty="0" smtClean="0"/>
              <a:t>And </a:t>
            </a:r>
            <a:r>
              <a:rPr lang="en-US" dirty="0"/>
              <a:t>Architecture</a:t>
            </a:r>
          </a:p>
          <a:p>
            <a:r>
              <a:rPr lang="en-US" dirty="0"/>
              <a:t>• Key Features </a:t>
            </a:r>
            <a:r>
              <a:rPr lang="en-US" dirty="0" smtClean="0"/>
              <a:t>And </a:t>
            </a:r>
            <a:r>
              <a:rPr lang="en-US" dirty="0"/>
              <a:t>Functionality</a:t>
            </a:r>
          </a:p>
          <a:p>
            <a:r>
              <a:rPr lang="en-US" dirty="0"/>
              <a:t>• Live Demonstration</a:t>
            </a:r>
          </a:p>
          <a:p>
            <a:r>
              <a:rPr lang="en-US" dirty="0"/>
              <a:t>• Technical Implementation</a:t>
            </a:r>
          </a:p>
          <a:p>
            <a:r>
              <a:rPr lang="en-US" dirty="0"/>
              <a:t>• Challenges </a:t>
            </a:r>
            <a:r>
              <a:rPr lang="en-US" dirty="0" smtClean="0"/>
              <a:t>And </a:t>
            </a:r>
            <a:r>
              <a:rPr lang="en-US" dirty="0"/>
              <a:t>Solutions</a:t>
            </a:r>
          </a:p>
          <a:p>
            <a:r>
              <a:rPr lang="en-US" dirty="0"/>
              <a:t>• Security </a:t>
            </a:r>
            <a:r>
              <a:rPr lang="en-US" dirty="0" smtClean="0"/>
              <a:t>And </a:t>
            </a:r>
            <a:r>
              <a:rPr lang="en-US" dirty="0"/>
              <a:t>Testing</a:t>
            </a:r>
          </a:p>
          <a:p>
            <a:r>
              <a:rPr lang="en-US" dirty="0"/>
              <a:t>• Future Enhancements</a:t>
            </a:r>
          </a:p>
          <a:p>
            <a:r>
              <a:rPr lang="en-US" dirty="0"/>
              <a:t>• </a:t>
            </a:r>
            <a:r>
              <a:rPr lang="en-US" dirty="0" smtClean="0"/>
              <a:t>QA </a:t>
            </a:r>
            <a:r>
              <a:rPr lang="en-US" dirty="0"/>
              <a:t>Session</a:t>
            </a:r>
          </a:p>
        </p:txBody>
      </p:sp>
    </p:spTree>
    <p:extLst>
      <p:ext uri="{BB962C8B-B14F-4D97-AF65-F5344CB8AC3E}">
        <p14:creationId xmlns:p14="http://schemas.microsoft.com/office/powerpoint/2010/main" val="1696962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 We're Solving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1562" y="1930400"/>
            <a:ext cx="667397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Problems:</a:t>
            </a:r>
          </a:p>
          <a:p>
            <a:r>
              <a:rPr lang="en-US" dirty="0"/>
              <a:t>• Fragmented hostel booking systems</a:t>
            </a:r>
          </a:p>
          <a:p>
            <a:r>
              <a:rPr lang="en-US" dirty="0"/>
              <a:t>• Lack of centralized property management</a:t>
            </a:r>
          </a:p>
          <a:p>
            <a:r>
              <a:rPr lang="en-US" dirty="0"/>
              <a:t>• No unified platform for different user types</a:t>
            </a:r>
          </a:p>
          <a:p>
            <a:r>
              <a:rPr lang="en-US" dirty="0"/>
              <a:t>• Poor user experience in existing solutions</a:t>
            </a:r>
          </a:p>
          <a:p>
            <a:endParaRPr lang="en-US" dirty="0"/>
          </a:p>
          <a:p>
            <a:r>
              <a:rPr lang="en-US" dirty="0"/>
              <a:t>Our Solution:</a:t>
            </a:r>
          </a:p>
          <a:p>
            <a:r>
              <a:rPr lang="en-US" dirty="0"/>
              <a:t>• Unified booking platform for all stakeholders</a:t>
            </a:r>
          </a:p>
          <a:p>
            <a:r>
              <a:rPr lang="en-US" dirty="0"/>
              <a:t>• Role-based access for Users, Owners, and Admins</a:t>
            </a:r>
          </a:p>
          <a:p>
            <a:r>
              <a:rPr lang="en-US" dirty="0"/>
              <a:t>• Modern, responsive web application</a:t>
            </a:r>
          </a:p>
          <a:p>
            <a:r>
              <a:rPr lang="en-US" dirty="0"/>
              <a:t>• Comprehensive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323747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6670" y="1930400"/>
            <a:ext cx="663946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is </a:t>
            </a:r>
            <a:r>
              <a:rPr lang="en-US" dirty="0" err="1"/>
              <a:t>RoomSync</a:t>
            </a:r>
            <a:r>
              <a:rPr lang="en-US" dirty="0"/>
              <a:t>?</a:t>
            </a:r>
          </a:p>
          <a:p>
            <a:r>
              <a:rPr lang="en-US" dirty="0"/>
              <a:t>• Full-stack web application for hostel booking and management</a:t>
            </a:r>
          </a:p>
          <a:p>
            <a:r>
              <a:rPr lang="en-US" dirty="0"/>
              <a:t>• Multi-role platform serving different user types</a:t>
            </a:r>
          </a:p>
          <a:p>
            <a:r>
              <a:rPr lang="en-US" dirty="0"/>
              <a:t>• Modern, responsive design with intuitive user interface</a:t>
            </a:r>
          </a:p>
          <a:p>
            <a:r>
              <a:rPr lang="en-US" dirty="0"/>
              <a:t>• Comprehensive solution from booking to management</a:t>
            </a:r>
          </a:p>
          <a:p>
            <a:endParaRPr lang="en-US" dirty="0"/>
          </a:p>
          <a:p>
            <a:r>
              <a:rPr lang="en-US" dirty="0"/>
              <a:t>Target Users:</a:t>
            </a:r>
          </a:p>
          <a:p>
            <a:r>
              <a:rPr lang="en-US" dirty="0"/>
              <a:t>👥 Students &amp; Travelers (Users)</a:t>
            </a:r>
          </a:p>
          <a:p>
            <a:r>
              <a:rPr lang="en-US" dirty="0"/>
              <a:t>🏠 Property Owners (Owners)  </a:t>
            </a:r>
          </a:p>
          <a:p>
            <a:r>
              <a:rPr lang="en-US" dirty="0" smtClean="0"/>
              <a:t>⚙ </a:t>
            </a:r>
            <a:r>
              <a:rPr lang="en-US" dirty="0"/>
              <a:t>System Administrators (Admins)</a:t>
            </a:r>
          </a:p>
        </p:txBody>
      </p:sp>
    </p:spTree>
    <p:extLst>
      <p:ext uri="{BB962C8B-B14F-4D97-AF65-F5344CB8AC3E}">
        <p14:creationId xmlns:p14="http://schemas.microsoft.com/office/powerpoint/2010/main" val="294674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5683" y="1459187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Frontend:</a:t>
            </a:r>
          </a:p>
          <a:p>
            <a:r>
              <a:rPr lang="en-US" dirty="0"/>
              <a:t>• React.js 18 - Component-based UI library</a:t>
            </a:r>
          </a:p>
          <a:p>
            <a:r>
              <a:rPr lang="en-US" dirty="0"/>
              <a:t>• React Router DOM - Client-side routing</a:t>
            </a:r>
          </a:p>
          <a:p>
            <a:r>
              <a:rPr lang="en-US" dirty="0"/>
              <a:t>• Bootstrap 5 - Responsive CSS framework</a:t>
            </a:r>
          </a:p>
          <a:p>
            <a:r>
              <a:rPr lang="en-US" dirty="0"/>
              <a:t>• </a:t>
            </a:r>
            <a:r>
              <a:rPr lang="en-US" dirty="0" err="1"/>
              <a:t>Axios</a:t>
            </a:r>
            <a:r>
              <a:rPr lang="en-US" dirty="0"/>
              <a:t> - HTTP client for API calls</a:t>
            </a:r>
          </a:p>
          <a:p>
            <a:r>
              <a:rPr lang="en-US" dirty="0"/>
              <a:t>• React </a:t>
            </a:r>
            <a:r>
              <a:rPr lang="en-US" dirty="0" err="1"/>
              <a:t>Toastify</a:t>
            </a:r>
            <a:r>
              <a:rPr lang="en-US" dirty="0"/>
              <a:t> - Toast notifications</a:t>
            </a:r>
          </a:p>
          <a:p>
            <a:endParaRPr lang="en-US" dirty="0"/>
          </a:p>
          <a:p>
            <a:r>
              <a:rPr lang="en-US" dirty="0"/>
              <a:t>Backend:</a:t>
            </a:r>
          </a:p>
          <a:p>
            <a:r>
              <a:rPr lang="en-US" dirty="0"/>
              <a:t>• Node.js - JavaScript runtime environment</a:t>
            </a:r>
          </a:p>
          <a:p>
            <a:r>
              <a:rPr lang="en-US" dirty="0"/>
              <a:t>• Express.js - Web application framework</a:t>
            </a:r>
          </a:p>
          <a:p>
            <a:r>
              <a:rPr lang="en-US" dirty="0"/>
              <a:t>• MySQL - Relational database management</a:t>
            </a:r>
          </a:p>
          <a:p>
            <a:r>
              <a:rPr lang="en-US" dirty="0"/>
              <a:t>• JWT - JSON Web Token authentication</a:t>
            </a:r>
          </a:p>
          <a:p>
            <a:r>
              <a:rPr lang="en-US" dirty="0"/>
              <a:t>• </a:t>
            </a:r>
            <a:r>
              <a:rPr lang="en-US" dirty="0" err="1"/>
              <a:t>Bcrypt</a:t>
            </a:r>
            <a:r>
              <a:rPr lang="en-US" dirty="0"/>
              <a:t> - Password hashing library</a:t>
            </a:r>
          </a:p>
          <a:p>
            <a:endParaRPr lang="en-US" dirty="0"/>
          </a:p>
          <a:p>
            <a:r>
              <a:rPr lang="en-US" dirty="0"/>
              <a:t>Tools </a:t>
            </a:r>
            <a:r>
              <a:rPr lang="en-US" dirty="0" smtClean="0"/>
              <a:t>And </a:t>
            </a:r>
            <a:r>
              <a:rPr lang="en-US" dirty="0"/>
              <a:t>Others:</a:t>
            </a:r>
          </a:p>
          <a:p>
            <a:r>
              <a:rPr lang="en-US" dirty="0"/>
              <a:t>• </a:t>
            </a:r>
            <a:r>
              <a:rPr lang="en-US" dirty="0" err="1"/>
              <a:t>Vite</a:t>
            </a:r>
            <a:r>
              <a:rPr lang="en-US" dirty="0"/>
              <a:t> - Build tool and development server</a:t>
            </a:r>
          </a:p>
          <a:p>
            <a:r>
              <a:rPr lang="en-US" dirty="0"/>
              <a:t>• </a:t>
            </a:r>
            <a:r>
              <a:rPr lang="en-US" dirty="0" err="1"/>
              <a:t>Multer</a:t>
            </a:r>
            <a:r>
              <a:rPr lang="en-US" dirty="0"/>
              <a:t> - File upload handling</a:t>
            </a:r>
          </a:p>
          <a:p>
            <a:r>
              <a:rPr lang="en-US" dirty="0"/>
              <a:t>• CORS - Cross-origin resource sharing</a:t>
            </a:r>
          </a:p>
        </p:txBody>
      </p:sp>
    </p:spTree>
    <p:extLst>
      <p:ext uri="{BB962C8B-B14F-4D97-AF65-F5344CB8AC3E}">
        <p14:creationId xmlns:p14="http://schemas.microsoft.com/office/powerpoint/2010/main" val="1058749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Features </a:t>
            </a:r>
            <a:r>
              <a:rPr lang="en-US" dirty="0" smtClean="0"/>
              <a:t>And </a:t>
            </a:r>
            <a:r>
              <a:rPr lang="en-US" dirty="0"/>
              <a:t>Functionality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908649" y="1432830"/>
            <a:ext cx="6096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🏠 Browse Hostels</a:t>
            </a:r>
          </a:p>
          <a:p>
            <a:r>
              <a:rPr lang="en-US" dirty="0"/>
              <a:t>• View available properties with images</a:t>
            </a:r>
          </a:p>
          <a:p>
            <a:r>
              <a:rPr lang="en-US" dirty="0"/>
              <a:t>• Search and filter functionality</a:t>
            </a:r>
          </a:p>
          <a:p>
            <a:r>
              <a:rPr lang="en-US" dirty="0"/>
              <a:t>• Detailed property information</a:t>
            </a:r>
          </a:p>
          <a:p>
            <a:endParaRPr lang="en-US" dirty="0"/>
          </a:p>
          <a:p>
            <a:r>
              <a:rPr lang="en-US" dirty="0"/>
              <a:t>📅 Booking System</a:t>
            </a:r>
          </a:p>
          <a:p>
            <a:r>
              <a:rPr lang="en-US" dirty="0"/>
              <a:t>• Select check-in dates and duration</a:t>
            </a:r>
          </a:p>
          <a:p>
            <a:r>
              <a:rPr lang="en-US" dirty="0"/>
              <a:t>• Real-time availability checking</a:t>
            </a:r>
          </a:p>
          <a:p>
            <a:r>
              <a:rPr lang="en-US" dirty="0"/>
              <a:t>• Booking confirmation process</a:t>
            </a:r>
          </a:p>
          <a:p>
            <a:endParaRPr lang="en-US" dirty="0"/>
          </a:p>
          <a:p>
            <a:r>
              <a:rPr lang="en-US" dirty="0"/>
              <a:t>📊 Dashboard Management</a:t>
            </a:r>
          </a:p>
          <a:p>
            <a:r>
              <a:rPr lang="en-US" dirty="0"/>
              <a:t>• View booking history and status</a:t>
            </a:r>
          </a:p>
          <a:p>
            <a:r>
              <a:rPr lang="en-US" dirty="0"/>
              <a:t>• Track current and past bookings</a:t>
            </a:r>
          </a:p>
          <a:p>
            <a:r>
              <a:rPr lang="en-US" dirty="0"/>
              <a:t>• Profile management and updates</a:t>
            </a:r>
          </a:p>
          <a:p>
            <a:endParaRPr lang="en-US" dirty="0"/>
          </a:p>
          <a:p>
            <a:r>
              <a:rPr lang="en-US" dirty="0"/>
              <a:t>💬 Support System</a:t>
            </a:r>
          </a:p>
          <a:p>
            <a:r>
              <a:rPr lang="en-US" dirty="0"/>
              <a:t>• Contact form for queries</a:t>
            </a:r>
          </a:p>
          <a:p>
            <a:r>
              <a:rPr lang="en-US" dirty="0"/>
              <a:t>• Real-time toast notifications</a:t>
            </a:r>
          </a:p>
          <a:p>
            <a:r>
              <a:rPr lang="en-US" dirty="0"/>
              <a:t>• User-friendly interface</a:t>
            </a:r>
          </a:p>
        </p:txBody>
      </p:sp>
    </p:spTree>
    <p:extLst>
      <p:ext uri="{BB962C8B-B14F-4D97-AF65-F5344CB8AC3E}">
        <p14:creationId xmlns:p14="http://schemas.microsoft.com/office/powerpoint/2010/main" val="569418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Owner Features </a:t>
            </a:r>
            <a:r>
              <a:rPr lang="en-US" dirty="0" smtClean="0"/>
              <a:t>And </a:t>
            </a:r>
            <a:r>
              <a:rPr lang="en-US" dirty="0"/>
              <a:t>Functionality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2166" y="1398325"/>
            <a:ext cx="6096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🏢 Property Management</a:t>
            </a:r>
          </a:p>
          <a:p>
            <a:r>
              <a:rPr lang="en-US" dirty="0"/>
              <a:t>• Add, edit, and delete properties</a:t>
            </a:r>
          </a:p>
          <a:p>
            <a:r>
              <a:rPr lang="en-US" dirty="0"/>
              <a:t>• Upload property images</a:t>
            </a:r>
          </a:p>
          <a:p>
            <a:r>
              <a:rPr lang="en-US" dirty="0"/>
              <a:t>• Manage property details and pricing</a:t>
            </a:r>
          </a:p>
          <a:p>
            <a:endParaRPr lang="en-US" dirty="0"/>
          </a:p>
          <a:p>
            <a:r>
              <a:rPr lang="en-US" dirty="0"/>
              <a:t>👥 Tenant Management</a:t>
            </a:r>
          </a:p>
          <a:p>
            <a:r>
              <a:rPr lang="en-US" dirty="0"/>
              <a:t>• View all tenant bookings</a:t>
            </a:r>
          </a:p>
          <a:p>
            <a:r>
              <a:rPr lang="en-US" dirty="0"/>
              <a:t>• Confirm or reject booking requests</a:t>
            </a:r>
          </a:p>
          <a:p>
            <a:r>
              <a:rPr lang="en-US" dirty="0"/>
              <a:t>• Track tenant information and history</a:t>
            </a:r>
          </a:p>
          <a:p>
            <a:endParaRPr lang="en-US" dirty="0"/>
          </a:p>
          <a:p>
            <a:r>
              <a:rPr lang="en-US" dirty="0"/>
              <a:t>💰 Earnings &amp; Analytics</a:t>
            </a:r>
          </a:p>
          <a:p>
            <a:r>
              <a:rPr lang="en-US" dirty="0"/>
              <a:t>• Track total earnings from properties</a:t>
            </a:r>
          </a:p>
          <a:p>
            <a:r>
              <a:rPr lang="en-US" dirty="0"/>
              <a:t>• View booking statistics</a:t>
            </a:r>
          </a:p>
          <a:p>
            <a:r>
              <a:rPr lang="en-US" dirty="0"/>
              <a:t>• Dashboard with key metrics</a:t>
            </a:r>
          </a:p>
          <a:p>
            <a:endParaRPr lang="en-US" dirty="0"/>
          </a:p>
          <a:p>
            <a:r>
              <a:rPr lang="en-US" dirty="0"/>
              <a:t>📋 Booking Control</a:t>
            </a:r>
          </a:p>
          <a:p>
            <a:r>
              <a:rPr lang="en-US" dirty="0"/>
              <a:t>• Manage booking status (pending/confirmed/cancelled)</a:t>
            </a:r>
          </a:p>
          <a:p>
            <a:r>
              <a:rPr lang="en-US" dirty="0"/>
              <a:t>• Real-time booking notifications</a:t>
            </a:r>
          </a:p>
          <a:p>
            <a:r>
              <a:rPr lang="en-US" dirty="0"/>
              <a:t>• Comprehensive tenant overview</a:t>
            </a:r>
          </a:p>
        </p:txBody>
      </p:sp>
    </p:spTree>
    <p:extLst>
      <p:ext uri="{BB962C8B-B14F-4D97-AF65-F5344CB8AC3E}">
        <p14:creationId xmlns:p14="http://schemas.microsoft.com/office/powerpoint/2010/main" val="2749424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Features </a:t>
            </a:r>
            <a:r>
              <a:rPr lang="en-US" dirty="0" smtClean="0"/>
              <a:t>And </a:t>
            </a:r>
            <a:r>
              <a:rPr lang="en-US" dirty="0"/>
              <a:t>Functionality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627" y="1441457"/>
            <a:ext cx="6096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👤 User Management</a:t>
            </a:r>
          </a:p>
          <a:p>
            <a:r>
              <a:rPr lang="en-US" dirty="0"/>
              <a:t>• View all registered users</a:t>
            </a:r>
          </a:p>
          <a:p>
            <a:r>
              <a:rPr lang="en-US" dirty="0"/>
              <a:t>• Delete users with confirmation</a:t>
            </a:r>
          </a:p>
          <a:p>
            <a:r>
              <a:rPr lang="en-US" dirty="0"/>
              <a:t>• Monitor user activity and roles</a:t>
            </a:r>
          </a:p>
          <a:p>
            <a:endParaRPr lang="en-US" dirty="0"/>
          </a:p>
          <a:p>
            <a:r>
              <a:rPr lang="en-US" dirty="0"/>
              <a:t>🏠 Owner Oversight</a:t>
            </a:r>
          </a:p>
          <a:p>
            <a:r>
              <a:rPr lang="en-US" dirty="0"/>
              <a:t>• Manage property owners</a:t>
            </a:r>
          </a:p>
          <a:p>
            <a:r>
              <a:rPr lang="en-US" dirty="0"/>
              <a:t>• Monitor owner activities</a:t>
            </a:r>
          </a:p>
          <a:p>
            <a:r>
              <a:rPr lang="en-US" dirty="0"/>
              <a:t>• System-wide user control</a:t>
            </a:r>
          </a:p>
          <a:p>
            <a:endParaRPr lang="en-US" dirty="0"/>
          </a:p>
          <a:p>
            <a:r>
              <a:rPr lang="en-US" dirty="0"/>
              <a:t>📊 Reports &amp; Analytics</a:t>
            </a:r>
          </a:p>
          <a:p>
            <a:r>
              <a:rPr lang="en-US" dirty="0"/>
              <a:t>• Contact message reports</a:t>
            </a:r>
          </a:p>
          <a:p>
            <a:r>
              <a:rPr lang="en-US" dirty="0"/>
              <a:t>• System usage statistics</a:t>
            </a:r>
          </a:p>
          <a:p>
            <a:r>
              <a:rPr lang="en-US" dirty="0"/>
              <a:t>• Platform monitoring and control</a:t>
            </a:r>
          </a:p>
          <a:p>
            <a:endParaRPr lang="en-US" dirty="0"/>
          </a:p>
          <a:p>
            <a:r>
              <a:rPr lang="en-US" dirty="0" smtClean="0"/>
              <a:t>⚙ </a:t>
            </a:r>
            <a:r>
              <a:rPr lang="en-US" dirty="0"/>
              <a:t>System Administration</a:t>
            </a:r>
          </a:p>
          <a:p>
            <a:r>
              <a:rPr lang="en-US" dirty="0"/>
              <a:t>• Platform-wide oversight</a:t>
            </a:r>
          </a:p>
          <a:p>
            <a:r>
              <a:rPr lang="en-US" dirty="0"/>
              <a:t>• User role management</a:t>
            </a:r>
          </a:p>
          <a:p>
            <a:r>
              <a:rPr lang="en-US" dirty="0"/>
              <a:t>• System configuration and control</a:t>
            </a:r>
          </a:p>
        </p:txBody>
      </p:sp>
    </p:spTree>
    <p:extLst>
      <p:ext uri="{BB962C8B-B14F-4D97-AF65-F5344CB8AC3E}">
        <p14:creationId xmlns:p14="http://schemas.microsoft.com/office/powerpoint/2010/main" val="19455506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161</TotalTime>
  <Words>534</Words>
  <Application>Microsoft Office PowerPoint</Application>
  <PresentationFormat>Widescreen</PresentationFormat>
  <Paragraphs>120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Title: RoomSync - Hostel Booking Management System </vt:lpstr>
      <vt:lpstr>AGENDA</vt:lpstr>
      <vt:lpstr>The Challenge We're Solving</vt:lpstr>
      <vt:lpstr>PROJECT OVERVIEW</vt:lpstr>
      <vt:lpstr>Modern Technology Stack</vt:lpstr>
      <vt:lpstr>User Features And Functionality</vt:lpstr>
      <vt:lpstr>Owner Features And Functionality</vt:lpstr>
      <vt:lpstr>Admin Features And Functionality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RoomSync - Hostel Booking Management System</dc:title>
  <dc:creator>Microsoft account</dc:creator>
  <cp:lastModifiedBy>Microsoft account</cp:lastModifiedBy>
  <cp:revision>3</cp:revision>
  <dcterms:created xsi:type="dcterms:W3CDTF">2025-11-07T11:22:47Z</dcterms:created>
  <dcterms:modified xsi:type="dcterms:W3CDTF">2025-11-07T14:04:43Z</dcterms:modified>
</cp:coreProperties>
</file>